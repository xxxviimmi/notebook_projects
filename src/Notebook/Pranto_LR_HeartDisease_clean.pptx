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29184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920240"/>
            <a:ext cx="18288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2029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Pranto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sklearn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sklearn.linear_model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907792"/>
            <a:ext cx="1261872" cy="365760"/>
          </a:xfrm>
          <a:prstGeom prst="rect">
            <a:avLst/>
          </a:prstGeom>
          <a:solidFill>
            <a:srgbClr val="0D5A5D"/>
          </a:solidFill>
          <a:ln w="12700">
            <a:solidFill>
              <a:srgbClr val="0D5A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907792"/>
            <a:ext cx="4572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352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09344" y="2907792"/>
            <a:ext cx="1261872" cy="365760"/>
          </a:xfrm>
          <a:prstGeom prst="rect">
            <a:avLst/>
          </a:prstGeom>
          <a:solidFill>
            <a:srgbClr val="0D5A5D"/>
          </a:solidFill>
          <a:ln w="12700">
            <a:solidFill>
              <a:srgbClr val="0D5A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9344" y="2907792"/>
            <a:ext cx="4572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29352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19072" y="31089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3346704"/>
            <a:ext cx="1261872" cy="365760"/>
          </a:xfrm>
          <a:prstGeom prst="rect">
            <a:avLst/>
          </a:prstGeom>
          <a:solidFill>
            <a:srgbClr val="0D5A5D"/>
          </a:solidFill>
          <a:ln w="12700">
            <a:solidFill>
              <a:srgbClr val="0D5A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346704"/>
            <a:ext cx="4572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74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09344" y="3346704"/>
            <a:ext cx="1261872" cy="365760"/>
          </a:xfrm>
          <a:prstGeom prst="rect">
            <a:avLst/>
          </a:prstGeom>
          <a:solidFill>
            <a:srgbClr val="0D5A5D"/>
          </a:solidFill>
          <a:ln w="12700">
            <a:solidFill>
              <a:srgbClr val="0D5A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9344" y="3346704"/>
            <a:ext cx="4572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19072" y="3374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19072" y="354787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3822192"/>
            <a:ext cx="265176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822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LOGISTIC REGRESSION?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4023360"/>
            <a:ext cx="2651760" cy="1005840"/>
          </a:xfrm>
          <a:prstGeom prst="rect">
            <a:avLst/>
          </a:prstGeom>
          <a:solidFill>
            <a:srgbClr val="0A4F52"/>
          </a:solidFill>
          <a:ln w="12700">
            <a:solidFill>
              <a:srgbClr val="0A4F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" y="4078224"/>
            <a:ext cx="109728" cy="10972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05993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binary Yes/No outcomes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1752" y="4315968"/>
            <a:ext cx="109728" cy="10972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29768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 probability score per patient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1752" y="4553712"/>
            <a:ext cx="109728" cy="10972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53542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feature's influence is easy to explain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1752" y="4791456"/>
            <a:ext cx="109728" cy="10972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77316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reduces overfitting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01568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01568" y="4206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this project about?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401568" y="786384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Logistic Regression to predict heart disease from 13 clinical features. The model outputs a probability (0–1) for each patient, making it easy to interpret and well-suited for medical diagnosis.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01568" y="1499616"/>
            <a:ext cx="5532120" cy="27432"/>
          </a:xfrm>
          <a:prstGeom prst="rect">
            <a:avLst/>
          </a:prstGeom>
          <a:solidFill>
            <a:srgbClr val="DDE8E9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157276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FEATURES  —  UCI Heart Disease  (303 rows · 13 features)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01568" y="1810512"/>
            <a:ext cx="493776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1847088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16552" y="1847088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age in years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90688" y="1865376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0688" y="1865376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01568" y="2034540"/>
            <a:ext cx="4937760" cy="214884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2071116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16552" y="2071116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— 0: Female, 1: Male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90688" y="2089404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90688" y="2089404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401568" y="2258568"/>
            <a:ext cx="493776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2295144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416552" y="2295144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pain type (0–3 scale)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90688" y="2313432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90688" y="2313432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01568" y="2482596"/>
            <a:ext cx="4937760" cy="214884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519172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trestbps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16552" y="2519172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blood pressure (mmHg)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90688" y="2537460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90688" y="2537460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401568" y="2706624"/>
            <a:ext cx="493776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0" y="2743200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16552" y="2743200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Serum cholesterol (mg/dl)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90688" y="2761488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90688" y="2761488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401568" y="2930652"/>
            <a:ext cx="4937760" cy="214884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0" y="2967228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416552" y="2967228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Fasting blood sugar &gt; 120 mg/dl (0/1)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90688" y="2985516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90688" y="2985516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401568" y="3154680"/>
            <a:ext cx="493776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0" y="3191256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restecg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416552" y="3191256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ECG results (0–2)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90688" y="3209544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90688" y="3209544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401568" y="3378708"/>
            <a:ext cx="4937760" cy="214884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0" y="3415284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thalach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16552" y="3415284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heart rate achieved (bpm)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790688" y="3433572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90688" y="3433572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401568" y="3602736"/>
            <a:ext cx="493776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74720" y="3639312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exang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416552" y="3639312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Exercise-induced angina (0/1)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790688" y="3657600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90688" y="3657600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401568" y="3826764"/>
            <a:ext cx="4937760" cy="214884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74720" y="3863340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oldpeak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416552" y="3863340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depression by exercise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790688" y="3881628"/>
            <a:ext cx="521208" cy="1143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90688" y="3881628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401568" y="4050792"/>
            <a:ext cx="493776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74720" y="4087368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416552" y="4087368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of peak ST segment (0–2)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790688" y="4105656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90688" y="4105656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401568" y="4274820"/>
            <a:ext cx="4937760" cy="214884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74720" y="4311396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416552" y="4311396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vessels by fluoroscopy (0–3)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790688" y="4329684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790688" y="4329684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401568" y="4498848"/>
            <a:ext cx="493776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74720" y="4535424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416552" y="4535424"/>
            <a:ext cx="3291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Thalassemia type (1–3)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7790688" y="4553712"/>
            <a:ext cx="521208" cy="114300"/>
          </a:xfrm>
          <a:prstGeom prst="rect">
            <a:avLst/>
          </a:prstGeom>
          <a:solidFill>
            <a:srgbClr val="E8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790688" y="4553712"/>
            <a:ext cx="521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3401568" y="4919472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0 = Healthy Heart  ·  1 = Defective Heart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"/>
            <a:ext cx="9144000" cy="87782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Model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 ·  Hyperparameter Tuning  ·  Author: Pranto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34340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768096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88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1795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 &amp; Preprocessing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138988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the UCI dataset (303 rows, no missing values). Applied StandardScaler to normalize all 13 features using only training data.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43434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38528"/>
            <a:ext cx="54864" cy="658368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0116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002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2212848"/>
            <a:ext cx="4142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data 80/20 into 242 training and 61 test rows. Stratified to maintain class balance in both sets.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3434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7249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715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Logistic Regression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2336" y="2926080"/>
            <a:ext cx="4142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a default Logistic Regression model on scaled features to set a performance baseline.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434340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64992"/>
            <a:ext cx="54864" cy="7680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4381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4290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— GridSearchCV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2336" y="3639312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5-fold GridSearchCV to find the best settings. Best result: C=0.1, L2 penalty, saga solver — 84.7% CV accuracy.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187952"/>
            <a:ext cx="43434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42611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251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Predictive System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2336" y="4462272"/>
            <a:ext cx="4142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 the tuned model with accuracy and a confusion matrix. Built a simple predictor: input patient vitals, get a probability and diagnosis.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92040" y="1115568"/>
            <a:ext cx="404164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1115568"/>
            <a:ext cx="4041648" cy="54864"/>
          </a:xfrm>
          <a:prstGeom prst="rect">
            <a:avLst/>
          </a:prstGeom>
          <a:solidFill>
            <a:srgbClr val="13A8AE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122529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COMPARISON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14447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79.5%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029200" y="1828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Test Acc.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20025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LR · test set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63640" y="1426464"/>
            <a:ext cx="54864" cy="749808"/>
          </a:xfrm>
          <a:prstGeom prst="rect">
            <a:avLst/>
          </a:prstGeom>
          <a:solidFill>
            <a:srgbClr val="DDE8E9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4447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78.7%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327648" y="1828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Test Acc.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27648" y="20025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C=0.1 · l2 · saga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562088" y="1426464"/>
            <a:ext cx="54864" cy="749808"/>
          </a:xfrm>
          <a:prstGeom prst="rect">
            <a:avLst/>
          </a:prstGeom>
          <a:solidFill>
            <a:srgbClr val="DDE8E9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6096" y="14447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84.7%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626096" y="1828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CV Score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26096" y="20025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92040" y="2377440"/>
            <a:ext cx="404164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2377440"/>
            <a:ext cx="4041648" cy="5486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2487168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REPORT  —  Baseline  ·  Test Set n=61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56632" y="267004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B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accuracy of positive predictions   Recall: coverage of actual positives   F1: balanced score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056632" y="2898648"/>
            <a:ext cx="1188720" cy="23774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56632" y="28986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45352" y="2898648"/>
            <a:ext cx="621792" cy="23774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45352" y="289864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67144" y="2898648"/>
            <a:ext cx="621792" cy="23774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67144" y="289864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88936" y="2898648"/>
            <a:ext cx="621792" cy="23774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88936" y="289864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10728" y="2898648"/>
            <a:ext cx="621792" cy="23774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289864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56632" y="3136392"/>
            <a:ext cx="1188720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56632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Disease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45352" y="313639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45352" y="313639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67144" y="313639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67144" y="313639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488936" y="313639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88936" y="313639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10728" y="313639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10728" y="313639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056632" y="3410712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56632" y="3410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Disease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245352" y="341071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45352" y="341071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9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67144" y="341071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67144" y="341071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9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488936" y="341071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88936" y="341071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9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110728" y="341071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10728" y="341071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056632" y="3685032"/>
            <a:ext cx="1188720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56632" y="3685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Avg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45352" y="368503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45352" y="36850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867144" y="368503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67144" y="36850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488936" y="368503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88936" y="36850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110728" y="3685032"/>
            <a:ext cx="621792" cy="274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0728" y="36850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056632" y="3959352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56632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Avg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245352" y="395935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45352" y="39593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867144" y="395935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67144" y="39593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488936" y="395935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88936" y="39593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110728" y="3959352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10728" y="39593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5056632" y="427024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accuracy: 79%  ·  Small train/test gap  ·  Minimal overfitting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74320" y="4096512"/>
            <a:ext cx="8641080" cy="201168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1480" y="40965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LOGISTIC REGRESSION FOR THIS PROBLEM?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74320" y="4334256"/>
            <a:ext cx="2084832" cy="548640"/>
          </a:xfrm>
          <a:prstGeom prst="rect">
            <a:avLst/>
          </a:prstGeom>
          <a:solidFill>
            <a:srgbClr val="EAF5F5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4334256"/>
            <a:ext cx="2084832" cy="41148"/>
          </a:xfrm>
          <a:prstGeom prst="rect">
            <a:avLst/>
          </a:prstGeom>
          <a:solidFill>
            <a:srgbClr val="13A8AE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5760" y="4398264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Output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65760" y="456285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a simple Yes/No outcome — ideal for heart disease diagnosis.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432304" y="4334256"/>
            <a:ext cx="2084832" cy="548640"/>
          </a:xfrm>
          <a:prstGeom prst="rect">
            <a:avLst/>
          </a:prstGeom>
          <a:solidFill>
            <a:srgbClr val="EAF6EE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32304" y="4334256"/>
            <a:ext cx="2084832" cy="41148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523744" y="4398264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Score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523744" y="456285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0–1 risk score per patient, making triage straightforward.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590288" y="4334256"/>
            <a:ext cx="2084832" cy="548640"/>
          </a:xfrm>
          <a:prstGeom prst="rect">
            <a:avLst/>
          </a:prstGeom>
          <a:solidFill>
            <a:srgbClr val="FFFBF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90288" y="4334256"/>
            <a:ext cx="2084832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81728" y="4398264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4681728" y="456285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weights show which factors drive predictions — easy for doctors to trust.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6748272" y="4334256"/>
            <a:ext cx="2084832" cy="548640"/>
          </a:xfrm>
          <a:prstGeom prst="rect">
            <a:avLst/>
          </a:prstGeom>
          <a:solidFill>
            <a:srgbClr val="FEF3EE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748272" y="4334256"/>
            <a:ext cx="2084832" cy="4114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839712" y="4398264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6839712" y="456285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penalty keeps the model from overfitting on correlated clinical features.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274320" y="500176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 ·  sklearn  ·  Python  ·  UCI Heart Disease Dataset  ·  Author: Pranto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- Logistic Regression</dc:title>
  <dc:subject>PptxGenJS Presentation</dc:subject>
  <dc:creator>PptxGenJS</dc:creator>
  <cp:lastModifiedBy>PptxGenJS</cp:lastModifiedBy>
  <cp:revision>1</cp:revision>
  <dcterms:created xsi:type="dcterms:W3CDTF">2026-04-18T03:36:10Z</dcterms:created>
  <dcterms:modified xsi:type="dcterms:W3CDTF">2026-04-18T03:36:10Z</dcterms:modified>
</cp:coreProperties>
</file>