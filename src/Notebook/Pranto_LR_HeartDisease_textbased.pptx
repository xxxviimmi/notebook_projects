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17520" cy="1554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256032"/>
            <a:ext cx="26151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
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
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187452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2157984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Pranto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sklearn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" y="28163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  </a:t>
            </a:r>
            <a:pPr indent="0" marL="0"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314553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 </a:t>
            </a:r>
            <a:pPr indent="0" marL="0">
              <a:buNone/>
            </a:pPr>
            <a:r>
              <a:rPr lang="en-US" sz="95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3493008"/>
            <a:ext cx="301752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34930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1168" y="372160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binary Yes/No outcomes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 probability score per patient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feature's influence is easy to explain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C8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reduces overfitting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0" y="40233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project about?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74980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Logistic Regression to predict heart disease from 13 clinical features. The model outputs a probability (0–1) for each patient, making it easy to interpret and well-suited for medical diagnosis.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5212080" cy="18288"/>
          </a:xfrm>
          <a:prstGeom prst="rect">
            <a:avLst/>
          </a:prstGeom>
          <a:solidFill>
            <a:srgbClr val="DDE8E9"/>
          </a:solidFill>
          <a:ln w="12700">
            <a:solidFill>
              <a:srgbClr val="DDE8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481328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B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FEATURES  —  UCI Heart Disease  (303 rows · 13 features)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691640"/>
          <a:ext cx="5212080" cy="324612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 age in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 — 0: Female, 1: Male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Chest pain type (0–3 scale)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trestbps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Resting blood pressure (mmHg)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Serum cholesterol (mg/dl)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Fasting blood sugar &gt; 120 mg/dl (0/1)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restecg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Resting ECG results (0–2)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thalach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heart rate achieved (bpm)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Exercise-induced angina (0/1)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oldpeak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 depression by exercise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 of peak ST segment (0–2)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vessels by fluoroscopy (0–3)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Thalassemia type (1–3)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0" y="4919472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0 = Healthy Heart  ·  1 = Defective Heart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822960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18288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Model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9184" y="5852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 ·  Hyperparameter Tuning  ·  Author: Pranto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096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51206" cy="621792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0642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088136"/>
            <a:ext cx="34930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 &amp; Preprocessing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UCI dataset (303 rows, no missing values). Applied StandardScaler to normalize all 13 features using only training data.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728216"/>
            <a:ext cx="4096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28216"/>
            <a:ext cx="51206" cy="621792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8308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764792"/>
            <a:ext cx="34930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" y="20025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data 80/20 into 242 training and 61 test rows. Stratified to maintain class balance in both sets.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404872"/>
            <a:ext cx="40965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404872"/>
            <a:ext cx="51206" cy="621792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5973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441448"/>
            <a:ext cx="34930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Logistic 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" y="26791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a default Logistic Regression model on scaled features to set a performance baseline.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081528"/>
            <a:ext cx="40965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81528"/>
            <a:ext cx="51206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3639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118104"/>
            <a:ext cx="34930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— GridSearchCV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" y="335584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5-fold GridSearchCV to find the best settings. Best result: C=0.1, L2 penalty, saga solver — 84.7% CV accuracy.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849624"/>
            <a:ext cx="40965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849624"/>
            <a:ext cx="51206" cy="713232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0448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886200"/>
            <a:ext cx="34930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Predictive System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4123944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the tuned model with accuracy and a confusion matrix. Built a simple predictor: input patient vitals, get a probability and diagnosis.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10515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COMPARISON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1261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261872"/>
            <a:ext cx="4206240" cy="51206"/>
          </a:xfrm>
          <a:prstGeom prst="rect">
            <a:avLst/>
          </a:prstGeom>
          <a:solidFill>
            <a:srgbClr val="13A8AE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316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79.5%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17720" y="177393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Test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17720" y="193852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LR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16752" y="1316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78.7%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16752" y="177393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Test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16752" y="193852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C=0.1 · L2 · saga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15784" y="1316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84.7%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15784" y="177393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CV Score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15784" y="193852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17720" y="242316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REPORT  —  Baseline · Test Set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17720" y="260604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BB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accuracy of positive predictions   ·   Recall: coverage of actual positives   ·   F1: balanced score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798064"/>
          <a:ext cx="4206240" cy="868680"/>
        </p:xfrm>
        <a:graphic>
          <a:graphicData uri="http://schemas.openxmlformats.org/drawingml/2006/table">
            <a:tbl>
              <a:tblPr/>
              <a:tblGrid>
                <a:gridCol w="1188720"/>
                <a:gridCol w="749808"/>
                <a:gridCol w="749808"/>
                <a:gridCol w="749808"/>
                <a:gridCol w="749808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Disease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C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Disease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C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Avg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C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F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Avg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B6E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C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  <p:sp>
        <p:nvSpPr>
          <p:cNvPr id="46" name="Text 43"/>
          <p:cNvSpPr/>
          <p:nvPr/>
        </p:nvSpPr>
        <p:spPr>
          <a:xfrm>
            <a:off x="4617720" y="3685032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accuracy: 79%  ·  Small train/test gap  ·  Minimal overfitting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56032" y="3886200"/>
            <a:ext cx="8631936" cy="192024"/>
          </a:xfrm>
          <a:prstGeom prst="rect">
            <a:avLst/>
          </a:prstGeom>
          <a:solidFill>
            <a:srgbClr val="0B6E72"/>
          </a:solidFill>
          <a:ln w="12700">
            <a:solidFill>
              <a:srgbClr val="0B6E7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93192" y="3886200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 FOR THIS PROBLEM?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56032" y="409651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256032" y="4096512"/>
            <a:ext cx="2103120" cy="36576"/>
          </a:xfrm>
          <a:prstGeom prst="rect">
            <a:avLst/>
          </a:prstGeom>
          <a:solidFill>
            <a:srgbClr val="13A8AE"/>
          </a:solidFill>
          <a:ln w="12700">
            <a:solidFill>
              <a:srgbClr val="13A8A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7472" y="41513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Output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47472" y="4315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a simple Yes/No outcome — ideal for heart disease diagnosis.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2450592" y="409651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2450592" y="4096512"/>
            <a:ext cx="2103120" cy="36576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542032" y="41513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Score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542032" y="4315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0–1 risk score per patient, making triage straightforward.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645152" y="409651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645152" y="4096512"/>
            <a:ext cx="210312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41513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736592" y="4315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weights show which factors drive predictions — easy for doctors to trust.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6839712" y="4096512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839712" y="4096512"/>
            <a:ext cx="210312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931152" y="415137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931152" y="4315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penalty keeps the model from overfitting on correlated clinical features.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256032" y="4956048"/>
            <a:ext cx="86319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 ·  sklearn  ·  Python  ·  UCI Heart Disease Dataset  ·  Author: Pranto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PptxGenJS</dc:creator>
  <cp:lastModifiedBy>PptxGenJS</cp:lastModifiedBy>
  <cp:revision>1</cp:revision>
  <dcterms:created xsi:type="dcterms:W3CDTF">2026-04-18T03:52:59Z</dcterms:created>
  <dcterms:modified xsi:type="dcterms:W3CDTF">2026-04-18T03:52:59Z</dcterms:modified>
</cp:coreProperties>
</file>